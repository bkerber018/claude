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fechando o diagnóstico: a marca já é campeã de avaliação e aparece bem na busca, mas quem organiza a vitrine hoje é a revenda, cada um do seu jeito. Esta parte é sobre quem passa a ser dono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para a diretoria: a Fase 1 não coloca a São Benedito competindo com o lojista. A Fase 2 já está precificada para não ter surpresa depois, mas só existe se eles decidirem, com a política de preço de ponta pronta. Rafael disse na call que não quer fazer 'só por fazer' nem prejudicar o ponto de venda: isso é a resposta a essa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o exemplo dos três anúncios com erro de medida na bolsa de transporte: medida é decisão de compra para quem vai viajar de avião. Isso é o tipo de coisa que o catálogo oficial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perguntou se dá para derrubar quem não pratica o preço. Resposta honesta: por preço, não. O que fazemos é tratar uso indevido da marca, cópia (como o caso do produto cadastrado como marca deles) e anúncio fora das diretrizes. O controle de fornecimento continua sendo decisão comercial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meses 1 e 2 concentram a implantação. Novas ondas de catálogo além dos 90 SKUs são orçadas à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pedirem desconto: não responder na hora, pedir 24h e levar ao Bruno. Preferir mexer na implantação, nunca no mensal.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da Fase 2: política de preço de ponta concluída e decisão da diretoria. Ativação por aditivo, com 30 dias de aviso. Verba de mídia é investimento do cliente, à parte do fixo.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estrutura falada na call: até 100 mil só o fixo; acima, 2% sobre o que passar. A base é o GMV bruto da conta da própria São Benedito, nunca a venda da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Titularidade na saída desarma o medo de dependência. Validade sugerida da proposta: 15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PROPOSTA COMERCIAL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0"/>
            <a:ext cx="160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diagnóstico você já viu.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480560"/>
            <a:ext cx="1280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Agora, o que muda quando a São Benedito assume a vitrine da própria marca.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8138160"/>
            <a:ext cx="1600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D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São Benedito  ·  Mercado Livre e Amazon Brasil  ·  outubro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CAMINHO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Duas fases. A segunda só liga quando vocês decidirem.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51460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ordem respeita o que hoje sustenta o negócio: o lojista.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566160"/>
            <a:ext cx="7772400" cy="475488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3886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AGORA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4343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Marca Protagonista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5029200"/>
            <a:ext cx="7040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rede de revenda continua realizando as vendas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São Benedito passa a ser dona da loja oficial e do catálogo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Proteção de marca contra anúncio indevido e cópia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Fixo mensal, sem variável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372600" y="3566160"/>
            <a:ext cx="7772400" cy="47548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38360" y="3886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2 · QUANDO A POLÍTICA DE PREÇO ESTIVER PRONTA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738360" y="4343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Venda direta ao lado da rede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0" y="5029200"/>
            <a:ext cx="7040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conta da própria marca também vende, com sortimento definido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Campanhas, publicidade nos marketplaces e planejamento de estoque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Ativada por aditivo, com 30 dias de aviso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Fixo mantido + variável sobre o que a operação vender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43000" y="8668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89611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Variável existe onde a operação realiza a venda. Na Fase 1 quem vende é a rede.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ESCOPO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a impulsio opera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743200"/>
            <a:ext cx="5120640" cy="562356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GOVERNANÇA DE MARCA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proteção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420624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Abertura e estruturação da loja oficial no Mercado Livre e da Brand Store na Amazon Brasil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Registry e programa de proteção de marca de cada canal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Monitoramento e denúncia de anúncio indevido pelas ferramentas oficiais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Abertura e acompanhamento de chamados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743200"/>
            <a:ext cx="5120640" cy="562356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CATÁLOGO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página por produto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20624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Onda 1: 90 SKUs (75 correções + 15 novos)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técnica padronizada, com medidas conferidas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Títulos, imagens, vídeos e conteúdo de marca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Organização da loja por linha e por espécie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024360" y="2743200"/>
            <a:ext cx="5120640" cy="562356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9012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CANAL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9012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Rotina mensal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2390120" y="420624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de quem vende a marca, com dispersão de preço e Buy Box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Diretrizes de posicionamento para a rede credenciada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Monitoramento de concorrentes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 e reunião de fechamento todo mês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 é o canal principal da Fase 1. Amazon Brasil entra como canal adicional.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LIMITES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fica com a São Benedito, e o que não fazemos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227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99923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impomos preço a revendedor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47472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lei protege a autonomia comercial de cada parceiro. Atuamos em uso indevido da marca, cópia e anúncio fora do padrão.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114800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526280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297680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prestamos serviço jurídico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773168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Contrafação, notificação e ação judicial ficam com o jurídico de vocês. Nós operamos as ferramentas dos marketplaces.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413248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824728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596128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prometemos meta de faturamento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071616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Respondemos pelo que a operação controla: catálogo no padrão, ocorrências tratadas, vendedores mapeados.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711696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123176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894576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São Benedito fornece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370064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Acesso às contas, fotos e fichas dos produtos, aprovação de padrão. Prazo corre a partir do recebimento de cada insumo.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CRONOGRAMA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Implantação em dois meses, rotina a partir do terceiro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743200"/>
            <a:ext cx="5120640" cy="539496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MÊS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Fundação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420624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Acessos e loja oficial no Mercado Livre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Registry e proteção ativos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de vendedores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 de catálogo aprovado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743200"/>
            <a:ext cx="5120640" cy="539496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MÊS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Catálogo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20624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Onda 1 publicada (90 SKUs)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Loja organizada por linha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Amazon Brasil: Brand Store e catálogo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Primeiro relatório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024360" y="2743200"/>
            <a:ext cx="5120640" cy="539496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9012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MÊS 3 EM DIANTE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9012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Rotina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2390120" y="420624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Monitoramento e denúncias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Manutenção do catálogo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Fechamento mensal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Decisão sobre a Fase 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Prazos contados a partir do recebimento dos acessos e insumos. Atraso de insumo desloca a entrega no mesmo número de dias.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INVESTIMENTO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Implantação única e fixo mensal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743200"/>
            <a:ext cx="7772400" cy="55778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3063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IMPLANTAÇÃO · PAGAMENTO ÚNICO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de canal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R$ 4.500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Setup e loja oficial · Mercado Livre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R$ 7.000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5029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Catálogo Onda 1 · 90 SKUs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R$ 5.850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508760" y="5806440"/>
            <a:ext cx="70408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60350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R$ 17.400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70408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 6 parcelas de R$ 2.900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72600" y="2743200"/>
            <a:ext cx="7772400" cy="55778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38360" y="3063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GESTÃO MENSAL · FIXO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Mercado Livre · canal principal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46761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R$ 4.500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Amazon Brasil · canal adicional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467612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R$ 1.500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738360" y="5806440"/>
            <a:ext cx="70408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38360" y="60350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R$ 6.000 / mês</a:t>
            </a:r>
            <a:endParaRPr lang="en-US" sz="5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70408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variável: quem vende na Fase 1 é a rede.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Valores sem impostos adicionais. Canal adicional (Shopee, TikTok Shop) a R$ 1.500/mês cada, se entrar no escopo.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2 · VENDA DIRETA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marca na mesma vitrine da rede. Com regra.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514600"/>
            <a:ext cx="1600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conflito existe. Operado, vira canal. Ignorado, vira guerra de preço em poucos meses.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40050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377647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Sortimento com papel definido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425196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conta da marca começa pela linha completa e pelos itens que a rede não estoca.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143000" y="4782312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1937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496519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Credenciamento da rede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44068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claros para quem revende online, com diretrizes de posicionamento, não imposição de preço.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143000" y="5971032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6382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615391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Operação de venda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662940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Campanhas e datas promocionais, publicidade nos marketplaces e planejamento de estoque na logística de cada canal.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43000" y="7159752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75712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734263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Fica com a São Benedito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781812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Atendimento ao comprador, devoluções, separação, nota fiscal e expedição.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2 · INVESTIMENTO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Mesmo fixo. Variável só acima de R$ 100 mil.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514600"/>
            <a:ext cx="1463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2% sobre o que a conta da própria marca vender acima de R$ 100 mil no mês, medido no painel do marketplace.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GMV do mês (conta da marca)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4517136"/>
            <a:ext cx="74980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645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R$ 80.000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4645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43000" y="5230368"/>
            <a:ext cx="74980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358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R$ 100.000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5358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43000" y="5943600"/>
            <a:ext cx="74980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60716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R$ 150.000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6071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R$ 1.000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3000" y="6656832"/>
            <a:ext cx="74980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6784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R$ 300.000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6784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R$ 4.000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72600" y="3794760"/>
            <a:ext cx="7772400" cy="42062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38360" y="4114800"/>
            <a:ext cx="7040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Fixo mensal mantido: R$ 6.000</a:t>
            </a:r>
            <a:endParaRPr lang="en-US" sz="20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nova taxa de implantação</a:t>
            </a:r>
            <a:endParaRPr lang="en-US" sz="20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mês é apurado sozinho, sem acumular</a:t>
            </a:r>
            <a:endParaRPr lang="en-US" sz="20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Variável no boleto do mês seguinte ao relatório</a:t>
            </a:r>
            <a:endParaRPr lang="en-US" sz="20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Verba de mídia é investimento à parte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43000" y="8668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89611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2% incidem só sobre o excedente. Exatamente R$ 100 mil não gera variável.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CONDIÇÕES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funciona o contrato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227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999232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 assinatura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474720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1ª parcela da implantação + mensalidade proporcional do mês de início, em um pagamento só.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114800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526280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297680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Todo dia 10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773168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Mensalidade do mês trabalhado, com as parcelas da implantação no mesmo boleto.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413248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824728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596128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Vigência de 12 meses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071616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Aviso prévio de 60 dias. Fase 2 ativada por aditivo, sem mudar o prazo.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711696"/>
            <a:ext cx="1600200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123176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894576"/>
            <a:ext cx="1559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loja é de vocês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370064"/>
            <a:ext cx="1559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Loja, conteúdo e arquitetura são da São Benedito. Na saída, planilhas e acessos em 15 dias.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143000" y="8668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89611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 passo: aprovação da diretoria e kickoff na semana seguinte à assinatura.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São Benedito · Proposta Comercial</dc:title>
  <dc:subject>PptxGenJS Presentation</dc:subject>
  <dc:creator>PptxGenJS</dc:creator>
  <cp:lastModifiedBy>PptxGenJS</cp:lastModifiedBy>
  <cp:revision>1</cp:revision>
  <dcterms:created xsi:type="dcterms:W3CDTF">2026-10-13T20:06:04Z</dcterms:created>
  <dcterms:modified xsi:type="dcterms:W3CDTF">2026-10-13T20:06:04Z</dcterms:modified>
</cp:coreProperties>
</file>