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lembrando o combinado da semana passada: trazer o que a gente enxerga de fora, antes de falar de proposta. Tudo o que está aqui foi capturado esta semana e eles podem refazer a busca na 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as palavras deles. Perguntar se algo mudou desde a semana passada antes de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dizer que essas lojas usam a marca de má-fé: o banner pode ser exibido automaticamente pelo sistema de anúncios. O fato é que a vitrine da marca não é ocupada pela marca. Perguntar: vocês conhecem a BaratoPets e a sovranavet? São clientes diretos?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número mudou de 897 para 800 em uma semana. Dizer isso antes que eles busquem e achem outro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Pergunta-chave: por quanto vocês vendem o SC 25 para o distribuidor? Se o custo de R$ 6 citado na call for desse produto, até o menor preço está acima do custo: o problema é organização, não venda abaixo do custo.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classificação é nossa, pelo nome da loja. Perguntar quantos desses são clientes diretos da Kelldrin ou do ramo 35.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sempre o mesmo produto e a mesma quantidade. Se perguntarem do preço da clorexidina, lembrar que há versões '0,2%' e '2 em 1' com títulos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Isso conecta com a dor do Danilo: o cliente grande compara com o menor preço da internet, e o consumidor recebe uma referência inflada. As duas pontas prejudicam 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virada da apresentação. A dor declarada era 'gente que não sabe fazer conta'; os dados mostram que, além disso, ninguém ocupa o lugar da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 CONCEPT tem selo de loja oficial dela mesma, não da Kelldrin. Mas na tela o consumidor vê 'loja oficial' vendendo SC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Perguntar: o kit 6 do Block aparece com selo 'Oficial'. A Kelldrin tem loja oficial na Shopee ou é a loja oficial de outro vendedor? E o DDVP 1000 CE: é linha de uso profissional? Se for, venda ao consumidor final pode ser um ponto de atenção para o jurídico deles. Perguntar, não afirmar.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call o Danilo disse que muito pouca gente vende na Amazon. Os dados mostram 74 resultados e boa parte do portfólio. Não contrariar: mostrar e perguntar se eles sabem quem são esses vendedores (PAROMAX e Grand Magasin também vendem no Mercado Livre). A Amazon é fase 3, não entra na proposta de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eles falarem. A resposta sobre o EAN e o Full pode ser o achado mais forte: se o cadastro correto perde o Full, o canal hoje premia quem cadastra errado. Não afirmar, perguntar.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conflito de canal: a loja oficial não compete com a rede, organiza a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'e se não aderir?': continua vendendo, porque é livre para isso; perde selo, nome da marca e benefícios. Não prometer derrubada rápida.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protege a Kelldrin e protege a impulsio. Os três alertas continuam, com gatilho em padrão e conduta, não em preço.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impulsio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291840"/>
            <a:ext cx="1463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Kelldrin nos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marketplaces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66928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C9D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Pré-diagnóstico de canal · Mercado Livre, Shopee e Amazon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9052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Kelldrin × impulsio · 21/10/2026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PONTO DE PARTIDA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vocês nos disseram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29535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7249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“A pessoa não tem essa sabedoria, e a marca, pelo posicionamento, não quer deixar acontecer isso.”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2004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Sobre revendas que precificam sem considerar taxa e frete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386791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27939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05079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“A marca, fora da internet, é muito respeitada.”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52628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preocupação central: a desorganização não pode ser associada à Kelldrin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19379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60527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37667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“Quando mando o preço, ele compara pela internet.”</a:t>
            </a:r>
            <a:endParaRPr lang="en-US" sz="23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85216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preço do marketplace já afeta a negociação com clientes grandes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651967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69311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54480" y="67025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Mais de 30 chamados para o Poderoso 30 ml</a:t>
            </a:r>
            <a:endParaRPr lang="en-US" sz="23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71780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Produto controlado bloqueado para uns e liberado para outros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Quem aparece quando se busca a Kelldrin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60604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EFEF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destaque do topo muda de loja conforme a busca. Em nenhuma delas é a Kelldrin.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4069080"/>
          <a:ext cx="8595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754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Busca no Mercado Livre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Quem ocupa o topo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kelldrin (14/10)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BaratoPets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kelldrin (21/10)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Full Super, depois BaratoPets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kelldrin sc 25 30 ml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sovranavet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keldrin (erro de digitação)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VX1MAGAZINE, com produtos de outras marcas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img/3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058400" y="1920240"/>
            <a:ext cx="6949440" cy="555955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058400" y="755294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Mercado Livre, busca "kelldrin", capturado em 21/10/2026. Filtro marca Kelldrin.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1143000" y="880567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43000" y="909828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espaço de destaque da marca está disponível para qualquer anunciante.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Centenas de anúncios, cada um do seu jeito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2926080"/>
            <a:ext cx="493776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30906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800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3840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resultados na busca "kelldrin"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46520" y="2926080"/>
            <a:ext cx="493776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20840" y="30906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721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3840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anúncios cadastrados com a marca Kelldrin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750040" y="2926080"/>
            <a:ext cx="539496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24360" y="30906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4+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2024360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nomes de marca: Kelldrin, Grupo Kelldrin, Kellthine, KELLDRIN ZODRIN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43000" y="54681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54480" y="52395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Fotos, títulos e kits criados por cada revenda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57150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Imagens geradas pelos próprios vendedores, sem padrão de marca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143000" y="629107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67025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554480" y="64739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páginas de resultados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69494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consumidor não sabe qual anúncio é a referência do produto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1143000" y="848563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43000" y="877824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catálogo oficial, cada vendedor define como a Kelldrin aparece.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Mercado Livre, busca "kelldrin", capturado em 21/10/2026. 897 resultados em 14/10.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Um frasco, uma página, 47 vendedores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60604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EFEF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Kelldrin SC 25 30 ml: todas as ofertas do mesmo produto no catálogo do Mercado Livre.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143000" y="3977640"/>
            <a:ext cx="420624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414223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4892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ofertas na mesma página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23560" y="3977640"/>
            <a:ext cx="420624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97880" y="414223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47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4892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vendedores diferentes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5852160"/>
            <a:ext cx="420624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417320" y="6016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R$ 10,50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6766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menor preço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23560" y="5852160"/>
            <a:ext cx="420624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97880" y="6016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R$ 31,00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6766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maior preço (exceto 1 oferta a R$ 199,90)</a:t>
            </a:r>
            <a:endParaRPr lang="en-US" sz="1600" dirty="0"/>
          </a:p>
        </p:txBody>
      </p:sp>
      <p:pic>
        <p:nvPicPr>
          <p:cNvPr id="18" name="Image 0" descr="img/2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058400" y="1920240"/>
            <a:ext cx="6949440" cy="555955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0058400" y="755294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Mercado Livre, “opções de compra” do SC 25 30 ml, 21/10/2026.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143000" y="848563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43000" y="877824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mesmo frasco custa quase três vezes mais dependendo de quem vende.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Quem vende Kelldrin hoje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606040"/>
            <a:ext cx="1600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EFEF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Os 47 vendedores do SC 25 30 ml, por perfil da loja.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342900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703320" y="3570732"/>
            <a:ext cx="4389120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366760" y="342900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Generalistas e variedades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99592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703320" y="4137660"/>
            <a:ext cx="3553097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66760" y="399592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Pet shops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56285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703320" y="4704588"/>
            <a:ext cx="1045029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66760" y="456285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Jardim e agro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512978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703320" y="5271516"/>
            <a:ext cx="627017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512978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Ferramentas e construção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69671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703320" y="5838444"/>
            <a:ext cx="418011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66760" y="569671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Distribuidores e atacado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626364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703320" y="6405372"/>
            <a:ext cx="209006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66760" y="62636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Tecnologia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683056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703320" y="6972300"/>
            <a:ext cx="209006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66760" y="683056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Pessoa física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739749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703320" y="7539228"/>
            <a:ext cx="209006" cy="1325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66760" y="739749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Especialista em controle de pragas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13350240" y="739749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60" kern="0" dirty="0">
                <a:solidFill>
                  <a:srgbClr val="F0A2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DE 47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143000" y="843991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43000" y="873252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Kelldrin é vendida como mais um item entre milhares, raramente por quem entende de pragas.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Mercado Livre, opções de compra do SC 25 30 ml, 21/10/2026. Perfil classificado pela impulsio a partir do nome e do portfólio da loja.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mesmo produto, preços muito diferentes</a:t>
            </a:r>
            <a:endParaRPr lang="en-US" sz="4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743200"/>
          <a:ext cx="1499616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3108960"/>
                <a:gridCol w="3108960"/>
                <a:gridCol w="27432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Produto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Menor preço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Maior preço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Diferença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 25 30 ml (unidade)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R$ 10,50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R$ 31,00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2,9×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Poderoso 25 CE 30 ml, kit 3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R$ 42,90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R$ 74,14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+73%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Poderoso Veterinário 30 ml, 3 un.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R$ 28,09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R$ 49,99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+78%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Clorexidina 500 ml, kit 3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R$ 69,99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R$ 132,00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+89%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Óleo de Neem, 8 sachês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R$ 24,00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R$ 32,90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+37%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143000" y="738835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43000" y="768096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diferença do Poderoso kit 3 se manteve de 14/10 a 21/10: não é promoção pontual.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Mercado Livre, busca "kelldrin" e páginas de produto, capturas de 14/10 e 21/10/2026. Preços à vista exibidos na busca.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Descontos que ensinam um preço que não existe</a:t>
            </a:r>
            <a:endParaRPr lang="en-US" sz="4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743200"/>
          <a:ext cx="1517904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2743200"/>
                <a:gridCol w="2926080"/>
                <a:gridCol w="29260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Anúncio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Preço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“De”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Desconto exibido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 25 30 ml · SPPETS ALL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R$ 19,01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R$ 79,99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76%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 25 30 ml · Abba E-commerce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R$ 10,50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R$ 50,00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79%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Shampoo Matt 6 em 1, kit 3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R$ 52,99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R$ 176,63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69%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Shampoo Matt 6 em 1, kit 2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R$ 37,99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R$ 126,63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69%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143000" y="647395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43000" y="676656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 o consumidor, o SC 25 “vale” R$ 80. Para o cliente grande, vale R$ 10.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Mercado Livre, 21/10/2026. Em 14/10 o padrão “R$ 19,01, de R$ 79,99” aparecia também no Poderoso e no Cupinicida.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Quem compra Kelldrin, compra de quem?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2926080"/>
            <a:ext cx="493776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30906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3840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vendedores do SC 25 com alerta “não oferece um bom atendimento”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46520" y="2926080"/>
            <a:ext cx="493776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20840" y="30906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3840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vendedores sem histórico (0 a 5 vendas)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750040" y="2926080"/>
            <a:ext cx="539496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24360" y="30906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R$ 199,90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2024360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uma oferta do SC 25, na mesma página da marca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43000" y="54681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54480" y="52395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avaliação ruim fica com o vendedor, a frustração fica com a marca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57150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 tela, o consumidor comprou “Kelldrin”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143000" y="629107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67025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554480" y="64739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Produto controlado na mão de quem não conhece a categoria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69494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Risco de cadastro errado e de novos bloqueios para todos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Mercado Livre, opções de compra do SC 25 30 ml, 21/10/2026.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A8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LEITURA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problema não é só preço. É a falta de um dono.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322783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99923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Quem ganha a venda do SC 25 não é o mais barato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47472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CONCEPT vende a R$ 13,12 e ganha a oferta principal; a Abba vende a R$ 10,50 e não ganha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423367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6451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4165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Mercado Livre premia reputação, entrega e cadastro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8920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Organização ganha de guerra de preço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65099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606247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83387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 uma semana, topo, número de anúncios e preços mudaram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630936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Uma foto não basta: o canal precisa de acompanhamento contínuo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830275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43000" y="859536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desorganização é organizável. É isso que vamos propor.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ativo já existe, falta assumir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6060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EFEF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página do SC 25 já reúne o histórico do produto.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143000" y="3566160"/>
            <a:ext cx="420624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3730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+10 mil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4480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vendidos na página do produto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23560" y="3566160"/>
            <a:ext cx="420624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97880" y="3730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4,7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4480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nota, com 1.571 avaliações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597103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54480" y="5742432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Loja oficial na página hoje: LA CONCEPT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43000" y="6473952"/>
            <a:ext cx="859536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688543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6656832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Anúncio bem cadastrado entra sem perder histórico</a:t>
            </a:r>
            <a:endParaRPr lang="en-US" sz="2100" dirty="0"/>
          </a:p>
        </p:txBody>
      </p:sp>
      <p:pic>
        <p:nvPicPr>
          <p:cNvPr id="17" name="Image 0" descr="img/2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058400" y="1920240"/>
            <a:ext cx="6949440" cy="555955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0058400" y="755294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Mercado Livre, página do SC 25 30 ml, 21/10/2026.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143000" y="848563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143000" y="877824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Kelldrin não precisa construir essa página do zero. Precisa ocupar o lugar dela.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 · SHOPEE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Shopee: o mesmo padrão, com menos ferramentas</a:t>
            </a:r>
            <a:endParaRPr lang="en-US" sz="4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651760"/>
          <a:ext cx="16002000" cy="914400"/>
        </p:xfrm>
        <a:graphic>
          <a:graphicData uri="http://schemas.openxmlformats.org/drawingml/2006/table">
            <a:tbl>
              <a:tblPr/>
              <a:tblGrid>
                <a:gridCol w="7498080"/>
                <a:gridCol w="85039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 que encontramos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Dado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Páginas de resultados com a marca Kelldrin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 25 30 ml, unidade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R$ 15,75 a R$ 39,99 (2,5×)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 25 30 ml, kit 3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R$ 36,90 a R$ 59,90 (+62%)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Kit com 50 unidades do SC 25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R$ 440,01 (R$ 8,80 por frasco)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Linhas que não apareceram no Mercado Livre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Adubos Mais Verde, Mais Frutos, Mais Raízes; DDVP 1000 CE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143000" y="752551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43000" y="7818120"/>
            <a:ext cx="1600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Shopee não permite revendas sob a loja oficial: lá, o modelo começa por proteção da marca e referência de conteúdo e preço.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Shopee, busca "keldrin" com filtro de marca Kelldrin, capturado em 21/10/2026.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 · AMAZON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Amazon: mais presença do que parece</a:t>
            </a:r>
            <a:endParaRPr lang="en-US" sz="4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651760"/>
          <a:ext cx="1600200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088136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 que encontramos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Dado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Resultados com a marca Kelldrin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74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 25 30 ml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oferta em destaque a R$ 19,00; 7 ofertas a partir de R$ 15,90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Barakell gel 10 g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R$ 14,90 em destaque; 11 ofertas a partir de R$ 9,00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Kit 2 SC 25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nota 1,0 (1 avaliação) na página do produto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Shampoo Matt 6 em 1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“Escolha da Amazon”, vendido por Pet Live Atacado; título com caractere quebrado (“C�es”)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Vendedores no filtro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PAROMAX, Grand Magasin, Paraíso das Utilidades, Vida Pet Go, Satyr, On Leve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Portfólio à venda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raticidas Kellmat, Block, Hygiform, linha Poderoso de limpeza, Kellbyol 1 kg, Matt Pulgas balde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143000" y="766267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43000" y="7955280"/>
            <a:ext cx="1600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marca já está na Amazon, pela mão de terceiros. A pergunta não é se entra, é quem organiza.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Amazon.com.br, busca "kelldrin" com filtro de marca Kelldrin, capturado em 21/10/2026.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 VALIDAR COM VOCÊS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só vocês sabem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29535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7249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Quantos desses 47 vendedores compram direto da Kelldrin?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2004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BaratoPets, LA CONCEPT, Grand Magasin, NATOCAMP…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386791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27939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05079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 quanto o SC 25 sai para o distribuidor?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52628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Mostra se existe venda abaixo do custo ou só desorganização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19379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60527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37667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 anúncios no Full usam o EAN correto?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85216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Produto controlado com EAN correto pode perder o Full; com EAN errado escapa da restrição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651967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69311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54480" y="67025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Quais são os 15 produtos mais importantes para o online?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71780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Definem a primeira onda do catálogo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A8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MODELO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rede vende. A marca é dona do palco.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30449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8163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Loja oficial e catálogo oficial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2918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Ficha técnica, fotos, descrição e kits definidos pela Kelldrin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395935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37083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14223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Revendedor oficial, por carta de homologação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61772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Kelldrin decide quem vende com o nome da marca; o consumidor vê “loja oficial Kelldrin”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28523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6967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4681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Política comercial de canal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9436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Critérios de credenciamento, padrão de anúncio, uso de imagem e alertas progressivos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661111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702259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54480" y="679399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Proteção da marca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726948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Denúncia de uso indevido de imagem e marca, regularização de cadastro e EAN, chamados de classificação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MODELO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Como a rede entra no programa</a:t>
            </a:r>
            <a:endParaRPr lang="en-US" sz="4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651760"/>
          <a:ext cx="1600200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08813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Situação do anúncio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 que acontece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Bem cadastrado (EAN correto)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Entra na loja oficial mantendo vendas, avaliações e posição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Cadastro irregular (EAN genérico)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Precisa ser recriado dentro do catálogo oficial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Revenda credenciada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Vende como revendedor oficial, com o nome da loja Kelldrin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Descumpre a política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Alertas progressivos, até perder a condição de revendedor oficial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Prefere ficar fora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Continua vendendo, sem os benefícios e sujeita a denúncia se usar marca ou imagem de forma irregular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Retiradas e vinculações dependem dos prazos do Mercado Livre. A implantação é planejada em etapas, com comunicação prévia à rede.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OS LIMITES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o modelo faz, e o que não faz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29535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7249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Não impõe preço de revenda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2004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Organizamos o posicionamento: catálogo, kits, preço de referência e orientação sobre taxas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391363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3251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0965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Não derruba anúncio regular de cliente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5720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adesão é construída com a rede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28523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6967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4681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Não substitui o jurídico de vocês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9436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Critérios da política e notificações formais são validados pelo departamento jurídico da Kelldrin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665683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70683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54480" y="68397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Não promete meta de faturamento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73152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Respondemos pelo que a operação controla: vendedores credenciados, anúncios no padrão, ocorrências tratadas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Kelldrin · Pré-diagnóstico</dc:title>
  <dc:subject>PptxGenJS Presentation</dc:subject>
  <dc:creator>PptxGenJS</dc:creator>
  <cp:lastModifiedBy>PptxGenJS</cp:lastModifiedBy>
  <cp:revision>1</cp:revision>
  <dcterms:created xsi:type="dcterms:W3CDTF">2026-10-21T14:01:58Z</dcterms:created>
  <dcterms:modified xsi:type="dcterms:W3CDTF">2026-10-21T14:01:58Z</dcterms:modified>
</cp:coreProperties>
</file>