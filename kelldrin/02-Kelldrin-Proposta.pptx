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o arquivo do diagnóstico e abrir este. O gesto reforça que o diagnóstico veio antes do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Premissa: onda 1 com 15 produtos e 10 kits, definidos pelos itens de maior presença no Mercado Livre. Validar a lista com 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Mensal reduzido nos meses 1 e 2 não é desconto: é a janela em que o time está dedicado à implantação. Não negociar desconto na mesma reunião: pedir 24 horas.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A8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PROPOSTA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108960"/>
            <a:ext cx="1600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diagnóstico vocês já viram.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4572000"/>
            <a:ext cx="1600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C9D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Agora, como organizamos a casa, em que ordem e com qual investimento.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PLANO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Três fases, uma de cada vez</a:t>
            </a:r>
            <a:endParaRPr lang="en-US" sz="4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743200"/>
          <a:ext cx="160020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926080"/>
                <a:gridCol w="886968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Fase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Quando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 que acontece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 · Implantação Mercado Livre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Meses 1 e 2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Loja oficial, catálogo e kits da onda 1, política de canal, comunicação à rede, primeiras cartas de revendedor oficial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 · Gestão e Shopee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 partir do mês 3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Gestão contínua do Mercado Livre, proteção de marca e referência de conteúdo e preço na Shopee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 · Próximas frentes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 definir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Publicidade da marca, depois do catálogo pronto, e Amazon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143000" y="757123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43000" y="786384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Publicidade só depois do catálogo: tráfego para anúncio desorganizado vira desconto, não venda.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FASE 1 · IMPLANTAÇÃO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entregamos nos dois primeiros meses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29535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7249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Diagnóstico completo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2004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Mapa de vendedores, preços e cadastros por produto da onda 1, cruzado com a base de clientes da Kelldrin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386791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27939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05079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Loja oficial e catálogo oficial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52628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Abertura e configuração da loja, padrão visual e de conteúdo da marca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19379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60527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37667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Catálogo da onda 1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85216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Até 15 produtos e 10 kits oficiais, publicados primeiro pela loja oficial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65196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69311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54480" y="67025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Programa de revendedor oficial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71780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Critérios, política de canal, modelo de carta e material para a reunião com a rede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FASE 2 · GESTÃO CONTÍNUA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operamos todo mês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29535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7249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Monitoramento do canal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2004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Vendedores, preços, anúncios fora do padrão e novos cadastros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386791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27939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05079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Proteção da marca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52628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Denúncias pelas ferramentas oficiais, regularização de cadastro e EAN, chamados de classificação de produto controlado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19379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60527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37667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Gestão do programa de revendedores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85216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Credenciamento, alertas progressivos e suporte à rede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65196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69311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54480" y="67025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Relatório mensal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71780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que mudou no canal e o que foi tratado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INVESTIMENTO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Investimento</a:t>
            </a:r>
            <a:endParaRPr lang="en-US" sz="4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743200"/>
          <a:ext cx="16002000" cy="914400"/>
        </p:xfrm>
        <a:graphic>
          <a:graphicData uri="http://schemas.openxmlformats.org/drawingml/2006/table">
            <a:tbl>
              <a:tblPr/>
              <a:tblGrid>
                <a:gridCol w="8778240"/>
                <a:gridCol w="3291840"/>
                <a:gridCol w="393192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Item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Valor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Condição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Implantação (diagnóstico, setup, programa de revendedores, catálogo onda 1)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R$ 16.200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6× R$ 2.700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Gestão mensal · meses 1 e 2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R$ 3.500 / mês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período de implantação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Gestão mensal · a partir do mês 3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R$ 5.000 / mês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contrato de 12 meses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Shopee (fase 2)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+ R$ 1.500 / mês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 partir do mês 3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143000" y="72969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54480" y="70683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Remuneração fixa, sem variável sobre vendas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75438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Quem vende é a rede, não a impulsio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143000" y="793699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143000" y="834847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554480" y="811987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Loja, cadastros e conteúdo são da Kelldrin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554480" y="859536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Durante e depois do contrato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AMAZON · VISÃO INICIAL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Amazon, quando a casa estiver organizada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30449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8163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Venda direta para a Amazon (1P) tem os riscos que vocês já viveram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2918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Diferença de preço cobrada depois, estoque parado, obrigação de retirada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405079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46227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23367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Alternativa: operação consignada com parceiro logístico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70916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Estoque em galpão, pagamento conforme a venda, conciliação feita pelo parceiro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46811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87959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65099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Começar pela curva que a rede não trabalha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612648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conflito com quem já vende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821131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43000" y="850392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Fica para depois da fase 1. A mesma estrutura de marca serve de base.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A8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PRÓXIMOS PASSOS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Para começar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43000" y="30449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8163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Lista dos 15 produtos prioritários para o online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2918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Define a onda 1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43000" y="395935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37083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14223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Base de clientes do ramo 35 e distribuidores que vendem online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61772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Ponto de partida do programa de revendedores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43000" y="528523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6967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54681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Validação da política de canal com o jurídico de vocês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9436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Antes da comunicação à rede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43000" y="661111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702259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54480" y="679399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Aprovação da proposta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726948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Início da implantação em até 15 dias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Kelldrin · Proposta</dc:title>
  <dc:subject>PptxGenJS Presentation</dc:subject>
  <dc:creator>PptxGenJS</dc:creator>
  <cp:lastModifiedBy>PptxGenJS</cp:lastModifiedBy>
  <cp:revision>1</cp:revision>
  <dcterms:created xsi:type="dcterms:W3CDTF">2026-10-21T14:01:58Z</dcterms:created>
  <dcterms:modified xsi:type="dcterms:W3CDTF">2026-10-21T14:01:58Z</dcterms:modified>
</cp:coreProperties>
</file>