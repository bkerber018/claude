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3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lembrando o combinado da semana passada: trazer o que a gente enxerga de fora, antes de falar de proposta. Tudo o que está aqui foi capturado esta semana e eles podem refazer a busca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as palavras deles. Perguntar se algo mudou desde a semana passada antes de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dizer que essas lojas usam a marca de má-fé: o banner pode ser exibido automaticamente pelo sistema de anúncios. O fato é que a vitrine da marca não é ocupada pela marca. Perguntar: vocês conhecem a BaratoPets e a sovranavet? São clientes diretos?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mudou de 897 para 800 em uma semana. Dizer isso antes que eles busquem e achem outro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Pergunta-chave: por quanto vocês vendem o SC 25 para o distribuidor? Se o custo de R$ 6 citado na call for desse produto, até o menor preço está acima do custo: o problema é organização, não venda abaixo do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classificação é nossa, pelo nome da loja. Perguntar quantos desses são clientes diretos da Kelldrin ou do ramo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Comparar sempre o mesmo produto e a mesma quantidade. Se perguntarem do preço da clorexidina, lembrar que há versões '0,2%' e '2 em 1' com títulos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Isso conecta com a dor do Danilo: o cliente grande compara com o menor preço da internet, e o consumidor recebe uma referência inflada. As duas pontas prejudicam 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virada da apresentação. A dor declarada era 'gente que não sabe fazer conta'; os dados mostram que, além disso, ninguém ocupa o lugar da marca.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CONCEPT tem selo de loja oficial dela mesma, não da Kelldrin. Mas na tela o consumidor vê 'loja oficial' vendendo SC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o kit 6 do Block aparece com selo 'Oficial'. A Kelldrin tem loja oficial na Shopee ou é a loja oficial de outro vendedor? E o DDVP 1000 CE: é linha de uso profissional? Se for, venda ao consumidor final pode ser um ponto de atenção para o jurídico deles. Perguntar, não afirmar.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call o Danilo disse que muito pouca gente vende na Amazon. Os dados mostram 74 resultados e boa parte do portfólio. Não contrariar: mostrar e perguntar se eles sabem quem são esses vendedores (PAROMAX e Grand Magasin também vendem no Mercado Livre). A Amazon é fase 3, não entra na proposta de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eles falarem. A resposta sobre o EAN e o Full pode ser o achado mais forte: se o cadastro correto perde o Full, o canal hoje premia quem cadastra errado. Não afirmar, perguntar.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conflito de canal: a loja oficial não compete com a rede, organiza a rede.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perguntarem 'e se não aderir?': continua vendendo, porque é livre para isso; perde selo, nome da marca e benefícios. Não prometer derrubada rápida.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protege a Kelldrin e protege a impulsio. Os três alertas continuam, com gatilho em padrão e conduta, não em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-1.mp3"/><Relationship Id="rId2" Type="http://schemas.microsoft.com/office/2007/relationships/media" Target="../media/media-1-1.mp3"/><Relationship Id="rId3" Type="http://schemas.openxmlformats.org/officeDocument/2006/relationships/image" Target="../media/image-1-3.png"/><Relationship Id="rId4" Type="http://schemas.openxmlformats.org/officeDocument/2006/relationships/image" Target="../media/Slide-1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audio" Target="../media/media-2-1.mp3"/><Relationship Id="rId2" Type="http://schemas.microsoft.com/office/2007/relationships/media" Target="../media/media-2-1.mp3"/><Relationship Id="rId3" Type="http://schemas.openxmlformats.org/officeDocument/2006/relationships/image" Target="../media/image-2-3.png"/><Relationship Id="rId4" Type="http://schemas.openxmlformats.org/officeDocument/2006/relationships/image" Target="../media/Slide-2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audio" Target="../media/media-3-1.mp3"/><Relationship Id="rId2" Type="http://schemas.microsoft.com/office/2007/relationships/media" Target="../media/media-3-1.mp3"/><Relationship Id="rId3" Type="http://schemas.openxmlformats.org/officeDocument/2006/relationships/image" Target="../media/image-3-3.png"/><Relationship Id="rId4" Type="http://schemas.openxmlformats.org/officeDocument/2006/relationships/image" Target="../media/Slide-3-image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audio" Target="../media/media-4-1.mp3"/><Relationship Id="rId2" Type="http://schemas.microsoft.com/office/2007/relationships/media" Target="../media/media-4-1.mp3"/><Relationship Id="rId3" Type="http://schemas.openxmlformats.org/officeDocument/2006/relationships/image" Target="../media/image-4-3.png"/><Relationship Id="rId4" Type="http://schemas.openxmlformats.org/officeDocument/2006/relationships/image" Target="../media/Slide-4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audio" Target="../media/media-5-1.mp3"/><Relationship Id="rId2" Type="http://schemas.microsoft.com/office/2007/relationships/media" Target="../media/media-5-1.mp3"/><Relationship Id="rId3" Type="http://schemas.openxmlformats.org/officeDocument/2006/relationships/image" Target="../media/image-5-3.png"/><Relationship Id="rId4" Type="http://schemas.openxmlformats.org/officeDocument/2006/relationships/image" Target="../media/Slide-5-image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audio" Target="../media/media-6-1.mp3"/><Relationship Id="rId2" Type="http://schemas.microsoft.com/office/2007/relationships/media" Target="../media/media-6-1.mp3"/><Relationship Id="rId3" Type="http://schemas.openxmlformats.org/officeDocument/2006/relationships/image" Target="../media/image-6-3.png"/><Relationship Id="rId4" Type="http://schemas.openxmlformats.org/officeDocument/2006/relationships/image" Target="../media/Slide-6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7-1.mp3"/><Relationship Id="rId2" Type="http://schemas.microsoft.com/office/2007/relationships/media" Target="../media/media-7-1.mp3"/><Relationship Id="rId3" Type="http://schemas.openxmlformats.org/officeDocument/2006/relationships/image" Target="../media/image-7-3.png"/><Relationship Id="rId4" Type="http://schemas.openxmlformats.org/officeDocument/2006/relationships/image" Target="../media/Slide-7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audio" Target="../media/media-8-1.mp3"/><Relationship Id="rId2" Type="http://schemas.microsoft.com/office/2007/relationships/media" Target="../media/media-8-1.mp3"/><Relationship Id="rId3" Type="http://schemas.openxmlformats.org/officeDocument/2006/relationships/image" Target="../media/image-8-3.png"/><Relationship Id="rId4" Type="http://schemas.openxmlformats.org/officeDocument/2006/relationships/image" Target="../media/Slide-8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audio" Target="../media/media-9-1.mp3"/><Relationship Id="rId2" Type="http://schemas.microsoft.com/office/2007/relationships/media" Target="../media/media-9-1.mp3"/><Relationship Id="rId3" Type="http://schemas.openxmlformats.org/officeDocument/2006/relationships/image" Target="../media/image-9-3.png"/><Relationship Id="rId4" Type="http://schemas.openxmlformats.org/officeDocument/2006/relationships/image" Target="../media/Slide-9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0-1.mp3"/><Relationship Id="rId2" Type="http://schemas.microsoft.com/office/2007/relationships/media" Target="../media/media-10-1.mp3"/><Relationship Id="rId3" Type="http://schemas.openxmlformats.org/officeDocument/2006/relationships/image" Target="../media/image-10-3.png"/><Relationship Id="rId4" Type="http://schemas.openxmlformats.org/officeDocument/2006/relationships/image" Target="../media/Slide-10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1-1.mp3"/><Relationship Id="rId2" Type="http://schemas.microsoft.com/office/2007/relationships/media" Target="../media/media-11-1.mp3"/><Relationship Id="rId3" Type="http://schemas.openxmlformats.org/officeDocument/2006/relationships/image" Target="../media/image-11-3.png"/><Relationship Id="rId4" Type="http://schemas.openxmlformats.org/officeDocument/2006/relationships/image" Target="../media/Slide-11-image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2-1.mp3"/><Relationship Id="rId2" Type="http://schemas.microsoft.com/office/2007/relationships/media" Target="../media/media-12-1.mp3"/><Relationship Id="rId3" Type="http://schemas.openxmlformats.org/officeDocument/2006/relationships/image" Target="../media/image-12-3.png"/><Relationship Id="rId4" Type="http://schemas.openxmlformats.org/officeDocument/2006/relationships/image" Target="../media/Slide-12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3-1.mp3"/><Relationship Id="rId2" Type="http://schemas.microsoft.com/office/2007/relationships/media" Target="../media/media-13-1.mp3"/><Relationship Id="rId3" Type="http://schemas.openxmlformats.org/officeDocument/2006/relationships/image" Target="../media/image-13-3.png"/><Relationship Id="rId4" Type="http://schemas.openxmlformats.org/officeDocument/2006/relationships/image" Target="../media/Slide-13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4-1.mp3"/><Relationship Id="rId2" Type="http://schemas.microsoft.com/office/2007/relationships/media" Target="../media/media-14-1.mp3"/><Relationship Id="rId3" Type="http://schemas.openxmlformats.org/officeDocument/2006/relationships/image" Target="../media/image-14-3.png"/><Relationship Id="rId4" Type="http://schemas.openxmlformats.org/officeDocument/2006/relationships/image" Target="../media/Slide-14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5-1.mp3"/><Relationship Id="rId2" Type="http://schemas.microsoft.com/office/2007/relationships/media" Target="../media/media-15-1.mp3"/><Relationship Id="rId3" Type="http://schemas.openxmlformats.org/officeDocument/2006/relationships/image" Target="../media/image-15-3.png"/><Relationship Id="rId4" Type="http://schemas.openxmlformats.org/officeDocument/2006/relationships/image" Target="../media/Slide-15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6-1.mp3"/><Relationship Id="rId2" Type="http://schemas.microsoft.com/office/2007/relationships/media" Target="../media/media-16-1.mp3"/><Relationship Id="rId3" Type="http://schemas.openxmlformats.org/officeDocument/2006/relationships/image" Target="../media/image-16-3.png"/><Relationship Id="rId4" Type="http://schemas.openxmlformats.org/officeDocument/2006/relationships/image" Target="../media/Slide-16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audio" Target="../media/media-17-1.mp3"/><Relationship Id="rId2" Type="http://schemas.microsoft.com/office/2007/relationships/media" Target="../media/media-17-1.mp3"/><Relationship Id="rId3" Type="http://schemas.openxmlformats.org/officeDocument/2006/relationships/image" Target="../media/image-17-3.png"/><Relationship Id="rId4" Type="http://schemas.openxmlformats.org/officeDocument/2006/relationships/image" Target="../media/Slide-17-image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822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impulsio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143000" y="3291840"/>
            <a:ext cx="1463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Kelldrin nos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marketplaces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5669280"/>
            <a:ext cx="1463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dirty="0">
                <a:solidFill>
                  <a:srgbClr val="C9D8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Pré-diagnóstico de canal · Mercado Livre, Shopee e Amazon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9052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Kelldrin × impulsio · 21/10/2026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vocês nos disseram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pessoa não tem essa sabedoria, e a marca, pelo posicionamento, não quer deixar acontecer isso.”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Sobre revendas que precificam sem considerar taxa e frete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“A marca, fora da internet, é muito respeitada.”</a:t>
            </a:r>
            <a:endParaRPr lang="en-US" sz="23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preocupação central: a desorganização não pode ser associada à Kelldrin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“Quando mando o preço, ele compara pela internet.”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preço do marketplace já afeta a negociação com clientes grandes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Mais de 30 chamados para o Poderoso 30 ml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bloqueado para uns e liberado para outros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aparece quando se busca a Kelldrin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606040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destaque do topo muda de loja conforme a busca. Em nenhuma delas é a Kelldrin.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4069080"/>
          <a:ext cx="859536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754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Busca no Mercado Livre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Quem ocupa o topo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(14/10)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(21/10)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Full Super, depois BaratoPets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kelldrin 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sovranavet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keldrin (erro de digitação)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VX1MAGAZINE, com produtos de outras marcas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img/3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Filtro marca Kelldrin.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1143000" y="8805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1143000" y="909828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espaço de destaque da marca está disponível para qualquer anunciante.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Centenas de anúncios, cada um do seu jeito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 na busca "kelldrin"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721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anúncios cadastrados com a marca Kelldrin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4+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nomes de marca: Kelldrin, Grupo Kelldrin, Kellthine, KELLDRIN ZODRIN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Fotos, títulos e kits criados por cada revenda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Imagens geradas pelos próprios vendedores, sem padrão de marca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páginas de resultados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consumidor não sabe qual anúncio é a referência do produto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Sem catálogo oficial, cada vendedor define como a Kelldrin aparece.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"kelldrin", capturado em 21/10/2026. 897 resultados em 14/10.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Um frasco, uma página, 47 vendedores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60604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Kelldrin SC 25 30 ml: todas as ofertas do mesmo produto no catálogo do Mercado Livre.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4300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1732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51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ofertas na mesma página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23560" y="397764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4142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47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diferentes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300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41732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R$ 10,50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preço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623560" y="5852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897880" y="6016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R$ 31,00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5897880" y="6766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maior preço (exceto 1 oferta a R$ 199,90)</a:t>
            </a:r>
            <a:endParaRPr lang="en-US" sz="1600" dirty="0"/>
          </a:p>
        </p:txBody>
      </p:sp>
      <p:pic>
        <p:nvPicPr>
          <p:cNvPr id="19" name="Image 0" descr="img/25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“opções de compra” do SC 25 30 ml, 21/10/2026.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mesmo frasco custa quase três vezes mais dependendo de quem vende.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vende Kelldrin hoje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606040"/>
            <a:ext cx="1600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Os 47 vendedores do SC 25 30 ml, por perfil da loja.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342900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703320" y="3570732"/>
            <a:ext cx="4389120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66760" y="342900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Generalistas e variedades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399592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703320" y="4137660"/>
            <a:ext cx="355309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366760" y="399592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Pet shops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56285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703320" y="4704588"/>
            <a:ext cx="1045029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66760" y="45628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Jardim e agro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129784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3703320" y="5271516"/>
            <a:ext cx="627017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66760" y="512978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Ferramentas e construção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569671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703320" y="5838444"/>
            <a:ext cx="418011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366760" y="56967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Distribuidores e atacado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626364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3703320" y="6405372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366760" y="626364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Tecnologia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6830568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BE3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3703320" y="6972300"/>
            <a:ext cx="209006" cy="132588"/>
          </a:xfrm>
          <a:prstGeom prst="rect">
            <a:avLst/>
          </a:prstGeom>
          <a:solidFill>
            <a:srgbClr val="244C86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66760" y="68305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3A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Pessoa física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7397496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3703320" y="7539228"/>
            <a:ext cx="209006" cy="1325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366760" y="739749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3F5F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Especialista em controle de pragas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13350240" y="7397496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60" kern="0" dirty="0">
                <a:solidFill>
                  <a:srgbClr val="F0A2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DE 47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143000" y="84399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1143000" y="873252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é vendida como mais um item entre milhares, raramente por quem entende de pragas.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 Perfil classificado pela impulsio a partir do nome e do portfólio da loja.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mesmo produto, preços muito diferentes</a:t>
            </a:r>
            <a:endParaRPr lang="en-US" sz="4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499616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3108960"/>
                <a:gridCol w="3108960"/>
                <a:gridCol w="27432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Produto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Menor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Maior 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Diferença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(unidade)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R$ 31,00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2,9×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25 CE 30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R$ 74,14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+73%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Poderoso Veterinário 30 ml, 3 un.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R$ 28,09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+78%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Clorexidina 500 ml,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R$ 69,99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R$ 132,00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+89%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Óleo de Neem, 8 sachês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R$ 24,00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R$ 32,90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+37%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43000" y="73883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143000" y="76809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diferença do Poderoso kit 3 se manteve de 14/10 a 21/10: não é promoção pontual.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busca "kelldrin" e páginas de produto, capturas de 14/10 e 21/10/2026. Preços à vista exibidos na busca.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Descontos que ensinam um preço que não existe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743200"/>
          <a:ext cx="1517904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2743200"/>
                <a:gridCol w="2926080"/>
                <a:gridCol w="29260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Preço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“De”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Desconto exibido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SPPETS ALL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R$ 19,01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R$ 79,99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76%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 · Abba E-commerce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R$ 10,50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R$ 50,00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R$ 52,99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R$ 176,63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1, kit 2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R$ 37,99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R$ 126,63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69%</a:t>
                      </a:r>
                      <a:endParaRPr lang="en-US" sz="18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43000" y="64739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143000" y="67665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o consumidor, o SC 25 “vale” R$ 80. Para o cliente grande, vale R$ 10.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21/10/2026. Em 14/10 o padrão “R$ 19,01, de R$ 79,99” aparecia também no Poderoso e no Cupinicida.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compra Kelldrin, compra de quem?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1732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do SC 25 com alerta “não oferece um bom atendimento”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46520" y="2926080"/>
            <a:ext cx="49377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30906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3840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vendedores sem histórico (0 a 5 vendas)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750040" y="2926080"/>
            <a:ext cx="539496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024360" y="3090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R$ 199,90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12024360" y="38404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oferta do SC 25, na mesma página da marca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43000" y="5468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554480" y="5239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avaliação ruim fica com o vendedor, a frustração fica com a marca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1554480" y="5715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 tela, o consumidor comprou “Kelldrin”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1143000" y="62910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143000" y="67025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554480" y="64739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Produto controlado na mão de quem não conhece a categoria</a:t>
            </a:r>
            <a:endParaRPr lang="en-US" sz="25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69494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Risco de cadastro errado e de novos bloqueios para todos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Mercado Livre, opções de compra do SC 25 30 ml,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LEITURA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problema não é só preço. É a falta de um dono.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3227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2999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Quem ganha a venda do SC 25 não é o mais barato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474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CONCEPT vende a R$ 13,12 e ganha a oferta principal; a Abba vende a R$ 10,50 e não ganha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4233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645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416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Mercado Livre premia reputação, entrega e cadastro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892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Organização ganha de guerra de preço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43000" y="56509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60624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58338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uma semana, topo, número de anúncios e preços mudaram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63093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Uma foto não basta: o canal precisa de acompanhamento contínuo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143000" y="830275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43000" y="859536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desorganização é organizável. É isso que vamos propor.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ativo já existe, falta assumir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260604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EFEFE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página do SC 25 já reúne o histórico do produto.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114300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41732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+10 mil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vendidos na página do produto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23560" y="3566160"/>
            <a:ext cx="4206240" cy="16002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897880" y="37307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B8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4,7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44805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nota, com 1.571 avaliações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43000" y="59710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554480" y="57424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na página hoje: LA CONCEPT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1143000" y="6473952"/>
            <a:ext cx="859536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1143000" y="68854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554480" y="6656832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Anúncio bem cadastrado entra sem perder histórico</a:t>
            </a:r>
            <a:endParaRPr lang="en-US" sz="2100" dirty="0"/>
          </a:p>
        </p:txBody>
      </p:sp>
      <p:pic>
        <p:nvPicPr>
          <p:cNvPr id="18" name="Image 0" descr="img/24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058400" y="1920240"/>
            <a:ext cx="6949440" cy="555955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058400" y="75529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Mercado Livre, página do SC 25 30 ml, 21/10/2026.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143000" y="848563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1143000" y="8778240"/>
            <a:ext cx="1600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não precisa construir essa página do zero. Precisa ocupar o lugar dela.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SHOPEE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Shopee: o mesmo padrão, com menos ferramentas</a:t>
            </a:r>
            <a:endParaRPr lang="en-US" sz="4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7498080"/>
                <a:gridCol w="8503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Páginas de resultados com a marca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unidade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R$ 15,75 a R$ 39,99 (2,5×)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ml, kit 3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R$ 36,90 a R$ 59,90 (+62%)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com 50 unidades do SC 25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R$ 440,01 (R$ 8,80 por frasco)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Linhas que não apareceram no Mercado Livre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Adubos Mais Verde, Mais Frutos, Mais Raízes; DDVP 1000 CE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43000" y="752551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143000" y="781812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Shopee não permite revendas sob a loja oficial: lá, o modelo começa por proteção da marca e referência de conteúdo e preço.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Shopee, busca "keldrin"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DIAGNÓSTICO · AMAZON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Amazon: mais presença do que parece</a:t>
            </a:r>
            <a:endParaRPr lang="en-US" sz="4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encontramos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Dado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Resultados com a marca Kelldrin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74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SC 25 30 ml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oferta em destaque a R$ 19,00; 7 ofertas a partir de R$ 15,90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Barakell gel 10 g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R$ 14,90 em destaque; 11 ofertas a partir de R$ 9,00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Kit 2 SC 25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nota 1,0 (1 avaliação) na página do produto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Shampoo Matt 6 em 1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“Escolha da Amazon”, vendido por Pet Live Atacado; título com caractere quebrado (“C�es”)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Vendedores no filtro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PAROMAX, Grand Magasin, Paraíso das Utilidades, Vida Pet Go, Satyr, On Leve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Portfólio à venda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raticidas Kellmat, Block, Hygiform, linha Poderoso de limpeza, Kellbyol 1 kg, Matt Pulgas balde</a:t>
                      </a:r>
                      <a:endParaRPr lang="en-US" sz="16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143000" y="7662672"/>
            <a:ext cx="420624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1143000" y="7955280"/>
            <a:ext cx="160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E9EBF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marca já está na Amazon, pela mão de terceiros. A pergunta não é se entra, é quem organiza.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Amazon.com.br, busca "kelldrin" com filtro de marca Kelldrin, capturado em 21/10/2026.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VALIDAR COM VOCÊS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só vocês sabem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Quantos desses 47 vendedores compram direto da Kelldrin?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BaratoPets, LA CONCEPT, Grand Magasin, NATOCAMP…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38679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2793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0507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quanto o SC 25 sai para o distribuidor?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5262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Mostra se existe venda abaixo do custo ou só desorganização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43000" y="519379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560527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537667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Os anúncios no Full usam o EAN correto?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85216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Produto controlado com EAN correto pode perder o Full; com EAN errado escapa da restrição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143000" y="651967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69311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554480" y="67025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Quais são os 15 produtos mais importantes para o online?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71780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Definem a primeira onda do catálogo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A8C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rede vende. A marca é dona do palco.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304495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281635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Loja oficial e catálogo oficial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29184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técnica, fotos, descrição e kits definidos pela Kelldrin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395935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37083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14223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Revendedor oficial, por carta de homologação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61772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Kelldrin decide quem vende com o nome da marca; o consumidor vê “loja oficial Kelldrin”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Política comercial de canal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de credenciamento, padrão de anúncio, uso de imagem e alertas progressivos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143000" y="661111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702259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554480" y="679399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Proteção da marca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726948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Denúncia de uso indevido de imagem e marca, regularização de cadastro e EAN, chamados de classificação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MODELO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a rede entra no programa</a:t>
            </a:r>
            <a:endParaRPr lang="en-US" sz="4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51760"/>
          <a:ext cx="160020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08813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Situação do anúncio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8C8F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 que acontece</a:t>
                      </a:r>
                      <a:endParaRPr lang="en-US" sz="14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Bem cadastrado (EAN correto)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Entra na loja oficial mantendo vendas, avaliações e posição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Cadastro irregular (EAN genérico)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Precisa ser recriado dentro do catálogo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Revenda credenciada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Vende como revendedor oficial, com o nome da loja Kelldrin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Descumpre a política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Alertas progressivos, até perder a condição de revendedor oficial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Prefere ficar fora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DBE3F5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Continua vendendo, sem os benefícios e sujeita a denúncia se usar marca ou imagem de forma irregular</a:t>
                      </a:r>
                      <a:endParaRPr lang="en-US" sz="17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7315200" marR="7315200" marT="0" marB="0" anchor="ctr">
                    <a:lnL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25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43000" y="9729216"/>
            <a:ext cx="1600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Retiradas e vinculações dependem dos prazos do Mercado Livre. A implantação é planejada em etapas, com comunicação prévia à rede.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27880" y="94640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749808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spc="120" kern="0" dirty="0">
                <a:solidFill>
                  <a:srgbClr val="6EA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OS LIMITES</a:t>
            </a:r>
            <a:endParaRPr lang="en-US" sz="2300" dirty="0"/>
          </a:p>
        </p:txBody>
      </p:sp>
      <p:sp>
        <p:nvSpPr>
          <p:cNvPr id="4" name="Text 1"/>
          <p:cNvSpPr txBox="1"/>
          <p:nvPr/>
        </p:nvSpPr>
        <p:spPr>
          <a:xfrm>
            <a:off x="14538960" y="804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7C84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17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1417320"/>
            <a:ext cx="1600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que o modelo faz, e o que não faz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143000" y="29535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54480" y="27249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impõe preço de revenda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32004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Organizamos o posicionamento: catálogo, kits, preço de referência e orientação sobre taxas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143000" y="39136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143000" y="43251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554480" y="40965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derruba anúncio regular de cliente</a:t>
            </a:r>
            <a:endParaRPr lang="en-US" sz="25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5720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adesão é construída com a rede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1143000" y="52852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56967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554480" y="54681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substitui o jurídico de vocês</a:t>
            </a:r>
            <a:endParaRPr lang="en-US" sz="25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59436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Critérios da política e notificações formais são validados pelo departamento jurídico da Kelldrin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1143000" y="6656832"/>
            <a:ext cx="15727680" cy="9510"/>
          </a:xfrm>
          <a:prstGeom prst="rect">
            <a:avLst/>
          </a:prstGeom>
          <a:solidFill>
            <a:srgbClr val="E9EBF2">
              <a:alpha val="1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7068312"/>
            <a:ext cx="210312" cy="1920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554480" y="6839712"/>
            <a:ext cx="1531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Não promete meta de faturamento</a:t>
            </a:r>
            <a:endParaRPr lang="en-US" sz="25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7315200"/>
            <a:ext cx="1531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3F3F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Respondemos pelo que a operação controla: vendedores credenciados, anúncios no padrão, ocorrências tratadas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Kelldrin · Pré-diagnóstico narrado</dc:title>
  <dc:subject>PptxGenJS Presentation</dc:subject>
  <dc:creator>PptxGenJS</dc:creator>
  <cp:lastModifiedBy>PptxGenJS</cp:lastModifiedBy>
  <cp:revision>1</cp:revision>
  <dcterms:created xsi:type="dcterms:W3CDTF">2026-10-21T14:16:08Z</dcterms:created>
  <dcterms:modified xsi:type="dcterms:W3CDTF">2026-10-21T14:16:08Z</dcterms:modified>
</cp:coreProperties>
</file>